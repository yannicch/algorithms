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4577" autoAdjust="0"/>
    <p:restoredTop sz="86358" autoAdjust="0"/>
  </p:normalViewPr>
  <p:slideViewPr>
    <p:cSldViewPr>
      <p:cViewPr varScale="1">
        <p:scale>
          <a:sx n="73" d="100"/>
          <a:sy n="73" d="100"/>
        </p:scale>
        <p:origin x="-365" y="-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F4BDB-6C94-4E4E-9D26-ACC603E1FC9A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62DB2-8A40-43F2-8357-D6B96F13DED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8049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F4BDB-6C94-4E4E-9D26-ACC603E1FC9A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62DB2-8A40-43F2-8357-D6B96F13DED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0013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F4BDB-6C94-4E4E-9D26-ACC603E1FC9A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62DB2-8A40-43F2-8357-D6B96F13DED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1649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F4BDB-6C94-4E4E-9D26-ACC603E1FC9A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62DB2-8A40-43F2-8357-D6B96F13DED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5913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F4BDB-6C94-4E4E-9D26-ACC603E1FC9A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62DB2-8A40-43F2-8357-D6B96F13DED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16612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F4BDB-6C94-4E4E-9D26-ACC603E1FC9A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62DB2-8A40-43F2-8357-D6B96F13DED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72508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F4BDB-6C94-4E4E-9D26-ACC603E1FC9A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62DB2-8A40-43F2-8357-D6B96F13DED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0411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F4BDB-6C94-4E4E-9D26-ACC603E1FC9A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62DB2-8A40-43F2-8357-D6B96F13DED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71411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F4BDB-6C94-4E4E-9D26-ACC603E1FC9A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62DB2-8A40-43F2-8357-D6B96F13DED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13874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F4BDB-6C94-4E4E-9D26-ACC603E1FC9A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62DB2-8A40-43F2-8357-D6B96F13DED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7749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F4BDB-6C94-4E4E-9D26-ACC603E1FC9A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62DB2-8A40-43F2-8357-D6B96F13DED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6018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6F4BDB-6C94-4E4E-9D26-ACC603E1FC9A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C62DB2-8A40-43F2-8357-D6B96F13DED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5291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899592" y="1988840"/>
            <a:ext cx="7772400" cy="1470025"/>
          </a:xfrm>
        </p:spPr>
        <p:txBody>
          <a:bodyPr/>
          <a:lstStyle/>
          <a:p>
            <a:r>
              <a:rPr lang="ru-RU" dirty="0" smtClean="0">
                <a:latin typeface="Bahnschrift SemiBold SemiConden" pitchFamily="34" charset="0"/>
              </a:rPr>
              <a:t>Алгоритмы олимпиадных задач</a:t>
            </a:r>
            <a:endParaRPr lang="ru-RU" dirty="0">
              <a:latin typeface="Bahnschrift SemiBold SemiConden" pitchFamily="34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032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Цели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914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Проблемы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5074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 алгоритмах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8931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Бинарный поиск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4602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Jump search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4747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Динамическое программирование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395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Муравьиные алгоритм(без визуализации в программе)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7376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Эффективность в олимпиадном программировании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5313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Немного о других алгоритмах(их реализация кодом)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5911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заключение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3407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31</Words>
  <Application>Microsoft Office PowerPoint</Application>
  <PresentationFormat>Экран (4:3)</PresentationFormat>
  <Paragraphs>11</Paragraphs>
  <Slides>11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2" baseType="lpstr">
      <vt:lpstr>Тема Office</vt:lpstr>
      <vt:lpstr>Алгоритмы олимпиадных задач</vt:lpstr>
      <vt:lpstr>Цели</vt:lpstr>
      <vt:lpstr>Проблемы</vt:lpstr>
      <vt:lpstr>О алгоритмах</vt:lpstr>
      <vt:lpstr>Бинарный поиск</vt:lpstr>
      <vt:lpstr>Jump search</vt:lpstr>
      <vt:lpstr>Динамическое программирование</vt:lpstr>
      <vt:lpstr>Муравьиные алгоритм(без визуализации в программе)</vt:lpstr>
      <vt:lpstr>Эффективность в олимпиадном программировании</vt:lpstr>
      <vt:lpstr>Немного о других алгоритмах(их реализация кодом)</vt:lpstr>
      <vt:lpstr>заключение</vt:lpstr>
    </vt:vector>
  </TitlesOfParts>
  <Company>SPecialiST RePack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Алгоритмы олимпиадных задач</dc:title>
  <dc:creator>ok130922</dc:creator>
  <cp:lastModifiedBy>ok130922</cp:lastModifiedBy>
  <cp:revision>3</cp:revision>
  <dcterms:created xsi:type="dcterms:W3CDTF">2026-03-12T18:55:52Z</dcterms:created>
  <dcterms:modified xsi:type="dcterms:W3CDTF">2026-03-12T19:22:41Z</dcterms:modified>
</cp:coreProperties>
</file>