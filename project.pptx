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B456-4576-4C62-B9E6-5CB3E01280B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86E-D158-4FC0-B6BA-9E27DAF88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09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B456-4576-4C62-B9E6-5CB3E01280B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86E-D158-4FC0-B6BA-9E27DAF88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685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B456-4576-4C62-B9E6-5CB3E01280B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86E-D158-4FC0-B6BA-9E27DAF88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406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B456-4576-4C62-B9E6-5CB3E01280B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86E-D158-4FC0-B6BA-9E27DAF88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5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B456-4576-4C62-B9E6-5CB3E01280B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86E-D158-4FC0-B6BA-9E27DAF88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038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B456-4576-4C62-B9E6-5CB3E01280B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86E-D158-4FC0-B6BA-9E27DAF88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992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B456-4576-4C62-B9E6-5CB3E01280B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86E-D158-4FC0-B6BA-9E27DAF88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4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B456-4576-4C62-B9E6-5CB3E01280B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86E-D158-4FC0-B6BA-9E27DAF88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96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B456-4576-4C62-B9E6-5CB3E01280B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86E-D158-4FC0-B6BA-9E27DAF88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795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B456-4576-4C62-B9E6-5CB3E01280B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86E-D158-4FC0-B6BA-9E27DAF88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1864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B456-4576-4C62-B9E6-5CB3E01280B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3786E-D158-4FC0-B6BA-9E27DAF88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34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CB456-4576-4C62-B9E6-5CB3E01280BA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3786E-D158-4FC0-B6BA-9E27DAF882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65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ятиугольник 7"/>
          <p:cNvSpPr/>
          <p:nvPr/>
        </p:nvSpPr>
        <p:spPr>
          <a:xfrm>
            <a:off x="5139267" y="2548466"/>
            <a:ext cx="7052733" cy="15494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-1771742" y="0"/>
            <a:ext cx="8183585" cy="695960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604000" y="2723001"/>
            <a:ext cx="4588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Bookman Old Style" panose="02050604050505020204" pitchFamily="18" charset="0"/>
              </a:rPr>
              <a:t>Алгоритмы олимпиадных задач по информатике и их визуализация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05333" y="5503334"/>
            <a:ext cx="3039534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indent="1380490" algn="r">
              <a:lnSpc>
                <a:spcPct val="90000"/>
              </a:lnSpc>
              <a:spcBef>
                <a:spcPts val="390"/>
              </a:spcBef>
            </a:pPr>
            <a:r>
              <a:rPr lang="ru-RU" i="1" dirty="0" smtClean="0">
                <a:latin typeface="Yu Gothic UI" panose="020B0500000000000000" pitchFamily="34" charset="-128"/>
                <a:ea typeface="Yu Gothic UI" panose="020B0500000000000000" pitchFamily="34" charset="-128"/>
                <a:cs typeface="Lucida Sans Unicode" panose="020B0602030504020204" pitchFamily="34" charset="0"/>
              </a:rPr>
              <a:t>Выполнила обучающаяся 10 «В» </a:t>
            </a:r>
            <a:r>
              <a:rPr lang="ru-RU" i="1" dirty="0" err="1" smtClean="0">
                <a:latin typeface="Yu Gothic UI" panose="020B0500000000000000" pitchFamily="34" charset="-128"/>
                <a:ea typeface="Yu Gothic UI" panose="020B0500000000000000" pitchFamily="34" charset="-128"/>
                <a:cs typeface="Lucida Sans Unicode" panose="020B0602030504020204" pitchFamily="34" charset="0"/>
              </a:rPr>
              <a:t>Куриленок</a:t>
            </a:r>
            <a:r>
              <a:rPr lang="ru-RU" i="1" dirty="0" smtClean="0">
                <a:latin typeface="Yu Gothic UI" panose="020B0500000000000000" pitchFamily="34" charset="-128"/>
                <a:ea typeface="Yu Gothic UI" panose="020B0500000000000000" pitchFamily="34" charset="-128"/>
                <a:cs typeface="Lucida Sans Unicode" panose="020B0602030504020204" pitchFamily="34" charset="0"/>
              </a:rPr>
              <a:t> Яна</a:t>
            </a:r>
            <a:endParaRPr lang="ru-RU" i="1" dirty="0">
              <a:latin typeface="Yu Gothic UI" panose="020B0500000000000000" pitchFamily="34" charset="-128"/>
              <a:ea typeface="Yu Gothic UI" panose="020B0500000000000000" pitchFamily="34" charset="-128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47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ятиугольник 7"/>
          <p:cNvSpPr/>
          <p:nvPr/>
        </p:nvSpPr>
        <p:spPr>
          <a:xfrm>
            <a:off x="1" y="2090471"/>
            <a:ext cx="7492999" cy="288054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66252" y="2177934"/>
            <a:ext cx="76393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smtClean="0">
                <a:latin typeface="Bookman Old Style" panose="02050604050505020204" pitchFamily="18" charset="0"/>
              </a:rPr>
              <a:t>Цель работы:</a:t>
            </a:r>
            <a:r>
              <a:rPr lang="ru-RU" sz="4400" dirty="0" smtClean="0">
                <a:latin typeface="Bookman Old Style" panose="02050604050505020204" pitchFamily="18" charset="0"/>
              </a:rPr>
              <a:t/>
            </a:r>
            <a:br>
              <a:rPr lang="ru-RU" sz="4400" dirty="0" smtClean="0">
                <a:latin typeface="Bookman Old Style" panose="02050604050505020204" pitchFamily="18" charset="0"/>
              </a:rPr>
            </a:br>
            <a:r>
              <a:rPr lang="ru-RU" sz="3200" dirty="0" smtClean="0"/>
              <a:t>визуализировать некоторые из алгоритмов, используемых в олимпиадном программировании, с использование </a:t>
            </a:r>
            <a:r>
              <a:rPr lang="en-US" sz="3200" dirty="0" err="1" smtClean="0"/>
              <a:t>QtDesigner</a:t>
            </a:r>
            <a:r>
              <a:rPr lang="ru-RU" sz="4400" dirty="0" smtClean="0">
                <a:latin typeface="Bookman Old Style" panose="02050604050505020204" pitchFamily="18" charset="0"/>
              </a:rPr>
              <a:t/>
            </a:r>
            <a:br>
              <a:rPr lang="ru-RU" sz="4400" dirty="0" smtClean="0">
                <a:latin typeface="Bookman Old Style" panose="02050604050505020204" pitchFamily="18" charset="0"/>
              </a:rPr>
            </a:br>
            <a:endParaRPr lang="ru-RU" sz="44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417" b="91389" l="4297" r="92891">
                        <a14:foregroundMark x1="16094" y1="51389" x2="36563" y2="41111"/>
                        <a14:foregroundMark x1="25469" y1="66806" x2="27656" y2="55000"/>
                        <a14:foregroundMark x1="38359" y1="64167" x2="33125" y2="53472"/>
                        <a14:foregroundMark x1="14531" y1="46667" x2="21719" y2="33333"/>
                        <a14:foregroundMark x1="54063" y1="51389" x2="53750" y2="43750"/>
                        <a14:foregroundMark x1="54141" y1="55000" x2="52969" y2="53194"/>
                        <a14:foregroundMark x1="70000" y1="42917" x2="78672" y2="37639"/>
                        <a14:foregroundMark x1="76328" y1="53611" x2="86172" y2="45556"/>
                        <a14:foregroundMark x1="66797" y1="38333" x2="75781" y2="34722"/>
                        <a14:foregroundMark x1="80078" y1="29444" x2="78750" y2="22917"/>
                        <a14:foregroundMark x1="73516" y1="26806" x2="73047" y2="24444"/>
                        <a14:foregroundMark x1="84922" y1="52778" x2="88281" y2="43750"/>
                        <a14:foregroundMark x1="74375" y1="65000" x2="75234" y2="51944"/>
                        <a14:foregroundMark x1="81641" y1="67778" x2="82500" y2="62639"/>
                        <a14:foregroundMark x1="16797" y1="46806" x2="17188" y2="35139"/>
                        <a14:foregroundMark x1="23750" y1="33194" x2="28750" y2="42778"/>
                        <a14:foregroundMark x1="16797" y1="54444" x2="20547" y2="6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235" y="2090471"/>
            <a:ext cx="4946586" cy="278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496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latin typeface="Bookman Old Style" panose="02050604050505020204" pitchFamily="18" charset="0"/>
              </a:rPr>
              <a:t>Задачи проекта</a:t>
            </a:r>
            <a:endParaRPr lang="ru-RU" b="1" dirty="0">
              <a:latin typeface="Bookman Old Style" panose="020506040505050202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5733" y="2147358"/>
            <a:ext cx="10515600" cy="4351338"/>
          </a:xfrm>
        </p:spPr>
        <p:txBody>
          <a:bodyPr/>
          <a:lstStyle/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ru-RU" i="1" dirty="0">
                <a:latin typeface="Bahnschrift Light" panose="020B0502040204020203" pitchFamily="34" charset="0"/>
              </a:rPr>
              <a:t>Изучить алгоритмы для олимпиадного программирования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ru-RU" i="1" dirty="0">
                <a:latin typeface="Bahnschrift Light" panose="020B0502040204020203" pitchFamily="34" charset="0"/>
              </a:rPr>
              <a:t>Создать (или апробировать) прототип системы/методики визуализации, позволяющий в пошаговом режиме отображать изменение состояний переменных и структур данных в процессе выполнения алгоритма.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ru-RU" i="1" dirty="0">
                <a:latin typeface="Bahnschrift Light" panose="020B0502040204020203" pitchFamily="34" charset="0"/>
              </a:rPr>
              <a:t>Спроектировать интерфейс визуализатора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0850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Bookman Old Style" panose="02050604050505020204" pitchFamily="18" charset="0"/>
              </a:rPr>
              <a:t>Бинарный поиск</a:t>
            </a:r>
            <a:endParaRPr lang="ru-RU" b="1" dirty="0">
              <a:latin typeface="Bookman Old Style" panose="020506040505050202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839" y="2302626"/>
            <a:ext cx="6677351" cy="2844830"/>
          </a:xfrm>
        </p:spPr>
      </p:pic>
      <p:sp>
        <p:nvSpPr>
          <p:cNvPr id="6" name="TextBox 5"/>
          <p:cNvSpPr txBox="1"/>
          <p:nvPr/>
        </p:nvSpPr>
        <p:spPr>
          <a:xfrm>
            <a:off x="382385" y="1690688"/>
            <a:ext cx="42893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Ставим</a:t>
            </a: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 левый и правый указатели на границы массива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Пока</a:t>
            </a: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 границы не сомкнулись: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Берем </a:t>
            </a: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середину</a:t>
            </a:r>
            <a:endParaRPr lang="ru-RU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Если </a:t>
            </a: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нашли</a:t>
            </a: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 — ответ готов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Если середина </a:t>
            </a: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меньше</a:t>
            </a: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 искомого — сдвигаем левую границу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Если </a:t>
            </a: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больше</a:t>
            </a: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 — сдвигаем правую границу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Результат</a:t>
            </a:r>
            <a:r>
              <a:rPr lang="ru-RU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позиция элемента или «не найден»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503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Bookman Old Style" panose="02050604050505020204" pitchFamily="18" charset="0"/>
              </a:rPr>
              <a:t>Поиск прыжками</a:t>
            </a:r>
            <a:endParaRPr lang="ru-RU" b="1" dirty="0">
              <a:latin typeface="Bookman Old Style" panose="020506040505050202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43"/>
          <a:stretch/>
        </p:blipFill>
        <p:spPr>
          <a:xfrm>
            <a:off x="5735782" y="2617524"/>
            <a:ext cx="6283845" cy="2145668"/>
          </a:xfrm>
        </p:spPr>
      </p:pic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-379559"/>
            <a:ext cx="65" cy="759118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6275" y="2051448"/>
            <a:ext cx="4029075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Определяем размер прыжка — обычно √n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Прыгаем вперед, пока не найдем блок, где искомый элемент ≤ текущему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В найденном блоке выполняем линейный поиск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072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296525" cy="1325563"/>
          </a:xfrm>
        </p:spPr>
        <p:txBody>
          <a:bodyPr/>
          <a:lstStyle/>
          <a:p>
            <a:r>
              <a:rPr lang="ru-RU" b="1" dirty="0" smtClean="0">
                <a:latin typeface="Bookman Old Style" panose="02050604050505020204" pitchFamily="18" charset="0"/>
              </a:rPr>
              <a:t>Динамическое программирование</a:t>
            </a:r>
            <a:endParaRPr lang="ru-RU" b="1" dirty="0">
              <a:latin typeface="Bookman Old Style" panose="020506040505050202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33450" y="2282825"/>
            <a:ext cx="4514850" cy="4351338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ookman Old Style" panose="02050604050505020204" pitchFamily="18" charset="0"/>
              </a:rPr>
              <a:t>Разбиваем сложную задачу на </a:t>
            </a:r>
            <a:r>
              <a:rPr lang="ru-RU" sz="2000" b="1" dirty="0">
                <a:latin typeface="Bookman Old Style" panose="02050604050505020204" pitchFamily="18" charset="0"/>
              </a:rPr>
              <a:t>простые подзадачи</a:t>
            </a:r>
            <a:endParaRPr lang="ru-RU" sz="2000" dirty="0">
              <a:latin typeface="Bookman Old Style" panose="020506040505050202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ookman Old Style" panose="02050604050505020204" pitchFamily="18" charset="0"/>
              </a:rPr>
              <a:t>Решаем каждую </a:t>
            </a:r>
            <a:r>
              <a:rPr lang="ru-RU" sz="2000" b="1" dirty="0">
                <a:latin typeface="Bookman Old Style" panose="02050604050505020204" pitchFamily="18" charset="0"/>
              </a:rPr>
              <a:t>один раз</a:t>
            </a:r>
            <a:endParaRPr lang="ru-RU" sz="2000" dirty="0">
              <a:latin typeface="Bookman Old Style" panose="020506040505050202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ookman Old Style" panose="02050604050505020204" pitchFamily="18" charset="0"/>
              </a:rPr>
              <a:t>Сохраняем результат и </a:t>
            </a:r>
            <a:r>
              <a:rPr lang="ru-RU" sz="2000" b="1" dirty="0" err="1">
                <a:latin typeface="Bookman Old Style" panose="02050604050505020204" pitchFamily="18" charset="0"/>
              </a:rPr>
              <a:t>переиспользуем</a:t>
            </a:r>
            <a:r>
              <a:rPr lang="ru-RU" sz="2000" dirty="0">
                <a:latin typeface="Bookman Old Style" panose="02050604050505020204" pitchFamily="18" charset="0"/>
              </a:rPr>
              <a:t> его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93" r="7860"/>
          <a:stretch/>
        </p:blipFill>
        <p:spPr>
          <a:xfrm>
            <a:off x="7353299" y="1515237"/>
            <a:ext cx="3867151" cy="455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19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8175" y="0"/>
            <a:ext cx="10515600" cy="1325563"/>
          </a:xfrm>
        </p:spPr>
        <p:txBody>
          <a:bodyPr/>
          <a:lstStyle/>
          <a:p>
            <a:r>
              <a:rPr lang="ru-RU" b="1" dirty="0" smtClean="0">
                <a:latin typeface="Bookman Old Style" panose="02050604050505020204" pitchFamily="18" charset="0"/>
              </a:rPr>
              <a:t>Интерфейс </a:t>
            </a:r>
            <a:r>
              <a:rPr lang="en-US" b="1" dirty="0" err="1" smtClean="0">
                <a:latin typeface="Bookman Old Style" panose="02050604050505020204" pitchFamily="18" charset="0"/>
              </a:rPr>
              <a:t>QtDesigner</a:t>
            </a: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102" y="1325563"/>
            <a:ext cx="8615923" cy="4557927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93" y="1076325"/>
            <a:ext cx="1547959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1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4325" y="119062"/>
            <a:ext cx="10515600" cy="1325563"/>
          </a:xfrm>
        </p:spPr>
        <p:txBody>
          <a:bodyPr/>
          <a:lstStyle/>
          <a:p>
            <a:r>
              <a:rPr lang="en-US" b="1" dirty="0" smtClean="0">
                <a:latin typeface="Bookman Old Style" panose="02050604050505020204" pitchFamily="18" charset="0"/>
              </a:rPr>
              <a:t>main.py</a:t>
            </a:r>
            <a:endParaRPr lang="ru-RU" b="1" dirty="0">
              <a:latin typeface="Bookman Old Style" panose="020506040505050202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13" y="1101725"/>
            <a:ext cx="6493874" cy="4351338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360" y="2829148"/>
            <a:ext cx="3719965" cy="391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26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-111125"/>
            <a:ext cx="10515600" cy="1325563"/>
          </a:xfrm>
        </p:spPr>
        <p:txBody>
          <a:bodyPr/>
          <a:lstStyle/>
          <a:p>
            <a:r>
              <a:rPr lang="en-US" b="1" dirty="0">
                <a:latin typeface="Bookman Old Style" panose="02050604050505020204" pitchFamily="18" charset="0"/>
              </a:rPr>
              <a:t>b</a:t>
            </a:r>
            <a:r>
              <a:rPr lang="en-US" b="1" dirty="0" smtClean="0">
                <a:latin typeface="Bookman Old Style" panose="02050604050505020204" pitchFamily="18" charset="0"/>
              </a:rPr>
              <a:t>inary.py</a:t>
            </a:r>
            <a:endParaRPr lang="ru-RU" b="1" dirty="0">
              <a:latin typeface="Bookman Old Style" panose="020506040505050202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84" y="1028755"/>
            <a:ext cx="5633466" cy="519577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019" y="1991800"/>
            <a:ext cx="4502734" cy="477248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8868" y="286966"/>
            <a:ext cx="3933548" cy="340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6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5275" y="-206375"/>
            <a:ext cx="10515600" cy="1325563"/>
          </a:xfrm>
        </p:spPr>
        <p:txBody>
          <a:bodyPr/>
          <a:lstStyle/>
          <a:p>
            <a:r>
              <a:rPr lang="en-US" b="1" dirty="0">
                <a:latin typeface="Bookman Old Style" panose="02050604050505020204" pitchFamily="18" charset="0"/>
              </a:rPr>
              <a:t>j</a:t>
            </a:r>
            <a:r>
              <a:rPr lang="en-US" b="1" dirty="0" smtClean="0">
                <a:latin typeface="Bookman Old Style" panose="02050604050505020204" pitchFamily="18" charset="0"/>
              </a:rPr>
              <a:t>ump.py</a:t>
            </a:r>
            <a:endParaRPr lang="ru-RU" b="1" dirty="0">
              <a:latin typeface="Bookman Old Style" panose="020506040505050202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85" y="1000124"/>
            <a:ext cx="5046440" cy="47529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975" y="1605624"/>
            <a:ext cx="5985440" cy="5252375"/>
          </a:xfrm>
          <a:prstGeom prst="rect">
            <a:avLst/>
          </a:prstGeom>
        </p:spPr>
      </p:pic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3" r="14986"/>
          <a:stretch/>
        </p:blipFill>
        <p:spPr>
          <a:xfrm>
            <a:off x="7981949" y="3812273"/>
            <a:ext cx="4305301" cy="3045727"/>
          </a:xfrm>
        </p:spPr>
      </p:pic>
    </p:spTree>
    <p:extLst>
      <p:ext uri="{BB962C8B-B14F-4D97-AF65-F5344CB8AC3E}">
        <p14:creationId xmlns:p14="http://schemas.microsoft.com/office/powerpoint/2010/main" val="211567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1450" y="-139700"/>
            <a:ext cx="10515600" cy="1325563"/>
          </a:xfrm>
        </p:spPr>
        <p:txBody>
          <a:bodyPr/>
          <a:lstStyle/>
          <a:p>
            <a:r>
              <a:rPr lang="en-US" b="1" dirty="0" smtClean="0">
                <a:latin typeface="Bookman Old Style" panose="02050604050505020204" pitchFamily="18" charset="0"/>
              </a:rPr>
              <a:t>dynamic.py</a:t>
            </a:r>
            <a:endParaRPr lang="ru-RU" b="1" dirty="0">
              <a:latin typeface="Bookman Old Style" panose="020506040505050202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786" y="998939"/>
            <a:ext cx="4241464" cy="5403413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413" y="200391"/>
            <a:ext cx="4763413" cy="356768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138" y="3690672"/>
            <a:ext cx="6020437" cy="316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7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011603" cy="4351338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96975"/>
            <a:ext cx="6618607" cy="412317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081" y="3524250"/>
            <a:ext cx="5152122" cy="315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4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Bookman Old Style" panose="02050604050505020204" pitchFamily="18" charset="0"/>
              </a:rPr>
              <a:t>Сборка приложения</a:t>
            </a:r>
            <a:endParaRPr lang="ru-RU" b="1" dirty="0">
              <a:latin typeface="Bookman Old Style" panose="020506040505050202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063" y="1889037"/>
            <a:ext cx="4060722" cy="4147738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82" y="1582206"/>
            <a:ext cx="9339303" cy="21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7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74</Words>
  <Application>Microsoft Office PowerPoint</Application>
  <PresentationFormat>Широкоэкранный</PresentationFormat>
  <Paragraphs>29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Yu Gothic UI</vt:lpstr>
      <vt:lpstr>Arial</vt:lpstr>
      <vt:lpstr>Bahnschrift Light</vt:lpstr>
      <vt:lpstr>Bookman Old Style</vt:lpstr>
      <vt:lpstr>Calibri</vt:lpstr>
      <vt:lpstr>Calibri Light</vt:lpstr>
      <vt:lpstr>Lucida Sans Unicode</vt:lpstr>
      <vt:lpstr>Тема Office</vt:lpstr>
      <vt:lpstr>Презентация PowerPoint</vt:lpstr>
      <vt:lpstr>Презентация PowerPoint</vt:lpstr>
      <vt:lpstr>Задачи проекта</vt:lpstr>
      <vt:lpstr>Бинарный поиск</vt:lpstr>
      <vt:lpstr>Поиск прыжками</vt:lpstr>
      <vt:lpstr>Динамическое программирование</vt:lpstr>
      <vt:lpstr>Интерфейс QtDesigner </vt:lpstr>
      <vt:lpstr>main.py</vt:lpstr>
      <vt:lpstr>binary.py</vt:lpstr>
      <vt:lpstr>jump.py</vt:lpstr>
      <vt:lpstr>dynamic.py</vt:lpstr>
      <vt:lpstr>Презентация PowerPoint</vt:lpstr>
      <vt:lpstr>Сборка приложения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ok041123</dc:creator>
  <cp:lastModifiedBy>ok041123</cp:lastModifiedBy>
  <cp:revision>21</cp:revision>
  <dcterms:created xsi:type="dcterms:W3CDTF">2026-03-20T15:58:26Z</dcterms:created>
  <dcterms:modified xsi:type="dcterms:W3CDTF">2026-03-20T21:54:15Z</dcterms:modified>
</cp:coreProperties>
</file>